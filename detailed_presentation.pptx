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Multi-Agent Loan Triage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7A7"/>
                </a:solidFill>
              </a:defRPr>
            </a:pPr>
            <a:r>
              <a:t>Spec-Driven Architecture with DeepEval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© 2026 Technical Consultant | github.com/your-org/loan-triage-agent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Multi-Agent Fleet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     Loan Application                                  │</a:t>
            </a:r>
          </a:p>
          <a:p>
            <a:r>
              <a:t>│                    (Input: JSON / Form)                  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      │</a:t>
            </a:r>
          </a:p>
          <a:p>
            <a:r>
              <a:t>                                    ▼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   Orchestrator Agent                                  │</a:t>
            </a:r>
          </a:p>
          <a:p>
            <a:r>
              <a:t>│              (State: RunMemory, Budgets: 8 calls, 30s, $0.25)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      │</a:t>
            </a:r>
          </a:p>
          <a:p>
            <a:r>
              <a:t>        ┌───────────────────────────┼───────────────────────────┐</a:t>
            </a:r>
          </a:p>
          <a:p>
            <a:r>
              <a:t>        ▼                           ▼                           ▼</a:t>
            </a:r>
          </a:p>
          <a:p>
            <a:r>
              <a:t>┌───────────────┐         ┌───────────────┐         ┌───────────────┐</a:t>
            </a:r>
          </a:p>
          <a:p>
            <a:r>
              <a:t>│   KYC Agent   │         │  Fraud Agent  │         │ Credit Agent  │</a:t>
            </a:r>
          </a:p>
          <a:p>
            <a:r>
              <a:t>│ (Identity)    │         │ (Risk)        │         │ (Analysis)    │</a:t>
            </a:r>
          </a:p>
          <a:p>
            <a:r>
              <a:t>│ Budget: 2/10s │         │ Budget: 3/10s │         │ Budget: 2/10s │</a:t>
            </a:r>
          </a:p>
          <a:p>
            <a:r>
              <a:t>│ Cost: $0.05   │         │ Cost: $0.05   │         │ Cost: $0.05   │</a:t>
            </a:r>
          </a:p>
          <a:p>
            <a:r>
              <a:t>│ Deterministic │         │ Deterministic │         │ Deterministic │</a:t>
            </a:r>
          </a:p>
          <a:p>
            <a:r>
              <a:t>└───────────────┘         └───────────────┘         └───────────────┘</a:t>
            </a:r>
          </a:p>
          <a:p>
            <a:r>
              <a:t>        │                           │                           │</a:t>
            </a:r>
          </a:p>
          <a:p>
            <a:r>
              <a:t>        └───────────────────────────┼───────────────────────────┘</a:t>
            </a:r>
          </a:p>
          <a:p>
            <a:r>
              <a:t>                                    ▼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Documents Agent                                        │</a:t>
            </a:r>
          </a:p>
          <a:p>
            <a:r>
              <a:t>│                  (Verification)                                           │</a:t>
            </a:r>
          </a:p>
          <a:p>
            <a:r>
              <a:t>│                  Budget: 2/10s, Cost: $0.05, Deterministic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      │</a:t>
            </a:r>
          </a:p>
          <a:p>
            <a:r>
              <a:t>                                    ▼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Decision Agent                                         │</a:t>
            </a:r>
          </a:p>
          <a:p>
            <a:r>
              <a:t>│              (Final LLM Decision - GPT-4o-mini)                          │</a:t>
            </a:r>
          </a:p>
          <a:p>
            <a:r>
              <a:t>│              Budget: 1/10s, Cost: $0.05, LLM-Driven     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      │</a:t>
            </a:r>
          </a:p>
          <a:p>
            <a:r>
              <a:t>                                    ▼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  Triage Decision                                      │</a:t>
            </a:r>
          </a:p>
          <a:p>
            <a:r>
              <a:t>│              (Approve / Reject / Human Review)           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KEY SPECIFICATIONS: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6 Specialized Agents (Orchestrator + 5 Specialists)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Only Decision Agent uses LLM (GPT-4o-mini)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All messages signed with HMAC-SHA256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Budget-controlled execution (max tool calls, time, cost)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Deterministic in mock mode for testing</a:t>
            </a:r>
          </a:p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Three-Tier 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TIER 1: Deterministic Metrics (Hard Gates)             │</a:t>
            </a:r>
          </a:p>
          <a:p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t>│ • PolicyComplianceMetric                                                  │</a:t>
            </a:r>
          </a:p>
          <a:p>
            <a:r>
              <a:t>│   - Checks if decisions comply with lending policy (R1-R5)               │</a:t>
            </a:r>
          </a:p>
          <a:p>
            <a:r>
              <a:t>│   - Re-runs policy evaluation from raw tool outputs                      │</a:t>
            </a:r>
          </a:p>
          <a:p>
            <a:r>
              <a:t>│   - Threshold: 0.85 (85% compliance required)                           │</a:t>
            </a:r>
          </a:p>
          <a:p>
            <a:r>
              <a:t>│                                                                           │</a:t>
            </a:r>
          </a:p>
          <a:p>
            <a:r>
              <a:t>│ • SchemaValidityMetric                                                    │</a:t>
            </a:r>
          </a:p>
          <a:p>
            <a:r>
              <a:t>│   - Validates output schema structure                                    │</a:t>
            </a:r>
          </a:p>
          <a:p>
            <a:r>
              <a:t>│   - Checks requires_human_review=True AND reasons present                │</a:t>
            </a:r>
          </a:p>
          <a:p>
            <a:r>
              <a:t>│   - Threshold: 0.90 (strict schema enforcement)                         │</a:t>
            </a:r>
          </a:p>
          <a:p>
            <a:r>
              <a:t>│                                                                           │</a:t>
            </a:r>
          </a:p>
          <a:p>
            <a:r>
              <a:t>│ • ExactMatchMetric                                                        │</a:t>
            </a:r>
          </a:p>
          <a:p>
            <a:r>
              <a:t>│   - Checks for exact match with expected output                          │</a:t>
            </a:r>
          </a:p>
          <a:p>
            <a:r>
              <a:t>│   - Compares recommendation, status, risk_band                           │</a:t>
            </a:r>
          </a:p>
          <a:p>
            <a:r>
              <a:t>│   - Threshold: 0.90 (high bar for correctness)         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TIER 2: Slice Disparity Analysis (Fairness)            │</a:t>
            </a:r>
          </a:p>
          <a:p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t>│ • slice_disparity()                                                       │</a:t>
            </a:r>
          </a:p>
          <a:p>
            <a:r>
              <a:t>│   - Calculates approval rate per risk band                               │</a:t>
            </a:r>
          </a:p>
          <a:p>
            <a:r>
              <a:t>│   - Detects bias in lending decisions                                    │</a:t>
            </a:r>
          </a:p>
          <a:p>
            <a:r>
              <a:t>│   - Expected: prime=100%, near_prime=0%, high_risk=0%                   │</a:t>
            </a:r>
          </a:p>
          <a:p>
            <a:r>
              <a:t>│   - Max allowed disparity: 0.15 (15%)                  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TIER 3: LLM Judge (Optional - Nightly)                 │</a:t>
            </a:r>
          </a:p>
          <a:p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t>│ • GEval: ReasonsGroundedness                                              │</a:t>
            </a:r>
          </a:p>
          <a:p>
            <a:r>
              <a:t>│   - Validates that reasons are grounded in tool outputs                  │</a:t>
            </a:r>
          </a:p>
          <a:p>
            <a:r>
              <a:t>│   - Uses LLM judge for semantic quality                                  │</a:t>
            </a:r>
          </a:p>
          <a:p>
            <a:r>
              <a:t>│   - Threshold: 0.7 (70% groundedness required)                          │</a:t>
            </a:r>
          </a:p>
          <a:p>
            <a:r>
              <a:t>│   - Only runs when RUN_GEVAL=1 environment variable set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EVALUATION SPEC (specs/evals/triage.eval.yaml):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fail_build_if_any_below_threshold: true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Required metrics: PolicyComplianceMetric, SchemaValidityMetric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Tier 3 (GEval) runs only on nightly builds</a:t>
            </a:r>
          </a:p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CI/CD Pipeline with Evaluation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DEVELOPER PUSH (git push → PR)           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                                │</a:t>
            </a:r>
          </a:p>
          <a:p>
            <a:r>
              <a:t>                                    ▼</a:t>
            </a: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CI/CD PIPELINE                                         │</a:t>
            </a:r>
          </a:p>
          <a:p>
            <a:r>
              <a:t>└────────────────────────────────────────��────────────────────────────────┘</a:t>
            </a:r>
          </a:p>
          <a:p>
            <a:r>
              <a:t>        │                   │                   │                   │</a:t>
            </a:r>
          </a:p>
          <a:p>
            <a:r>
              <a:t>        ▼                   ▼                   ▼                   ▼</a:t>
            </a:r>
          </a:p>
          <a:p>
            <a:r>
              <a:t>┌───────────────┐   ┌───────────────┐   ┌───────────────┐   ┌───────────────┐</a:t>
            </a:r>
          </a:p>
          <a:p>
            <a:r>
              <a:t>│   Quality     │   │   Tests       │   │   Evaluations │   │   Deploy      │</a:t>
            </a:r>
          </a:p>
          <a:p>
            <a:r>
              <a:t>│   Checks      │   │   (pytest)    │   │   (DeepEval)  │   │   to Staging  │</a:t>
            </a:r>
          </a:p>
          <a:p>
            <a:r>
              <a:t>│   (ruff,      │   │   12 tests    │   │   3-tier      │   │               │</a:t>
            </a:r>
          </a:p>
          <a:p>
            <a:r>
              <a:t>│    mypy,      │   │   ≥85% cov    │   │   metrics     │   │               │</a:t>
            </a:r>
          </a:p>
          <a:p>
            <a:r>
              <a:t>│    bandit)    │   │               │   │   PASS/FAIL   │   │               │</a:t>
            </a:r>
          </a:p>
          <a:p>
            <a:r>
              <a:t>└───────────────┘   └───────────────┘   └───────────────┘   └───────────────┘</a:t>
            </a:r>
          </a:p>
          <a:p>
            <a:r>
              <a:t>        │                   │                   │                   │</a:t>
            </a:r>
          </a:p>
          <a:p>
            <a:r>
              <a:t>        └───────────────────┼───────────────────┼───────────────────┘</a:t>
            </a:r>
          </a:p>
          <a:p>
            <a:r>
              <a:t>                            │                   │</a:t>
            </a:r>
          </a:p>
          <a:p>
            <a:r>
              <a:t>                    ┌───────┴───────┐   ┌───────┴───────┐</a:t>
            </a:r>
          </a:p>
          <a:p>
            <a:r>
              <a:t>                    │ PASS          │   │ FAIL          │</a:t>
            </a:r>
          </a:p>
          <a:p>
            <a:r>
              <a:t>                    │ Continue      │   │ Block Merge   │</a:t>
            </a:r>
          </a:p>
          <a:p>
            <a:r>
              <a:t>                    │ to next stage │   │ Fix issues    │</a:t>
            </a:r>
          </a:p>
          <a:p>
            <a:r>
              <a:t>                    └───────────────┘   └───────────────┘</a:t>
            </a:r>
          </a:p>
          <a:p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PRODUCTION PRACTICES: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OpenTelemetry Spans for tracing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Run Artifacts (JSON) for audit trail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PII Redaction for all logs/outputs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HMAC-SHA256 signed messages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Budget enforcement per agent</a:t>
            </a:r>
          </a:p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Business Impact &amp;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</a:p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COST COMPARISON                                        │</a:t>
            </a:r>
          </a:p>
          <a:p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t>│                    MONOLITHIC AGENT          FLEET ARCHITECTURE           │</a:t>
            </a:r>
          </a:p>
          <a:p>
            <a:r>
              <a:t>│                    ──────────────────        ─────────────────────────    │</a:t>
            </a:r>
          </a:p>
          <a:p>
            <a:r>
              <a:t>│    LLM Calls       │      6 per app          │        1 per app          │</a:t>
            </a:r>
          </a:p>
          <a:p>
            <a:r>
              <a:t>│    Cost            │      $0.30/app          │      $0.05/app            │</a:t>
            </a:r>
          </a:p>
          <a:p>
            <a:r>
              <a:t>│    Latency         │      15-20 seconds      │     3-5 seconds           │</a:t>
            </a:r>
          </a:p>
          <a:p>
            <a:r>
              <a:t>│    Test Coverage   │      ~40%               │     ~90%                  │</a:t>
            </a:r>
          </a:p>
          <a:p>
            <a:r>
              <a:t>│    Debug Time      │      3-5x slower        │     1x (fast)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/>
          <a:p>
            <a:r>
              <a:t>SAVINGS ACHIEVED:</a:t>
            </a:r>
          </a:p>
          <a:p>
            <a:r>
              <a:t>• 83% Cost Reduction ($0.30 → $0.05 per application)</a:t>
            </a:r>
          </a:p>
          <a:p>
            <a:r>
              <a:t>• 70% Latency Reduction (15-20s → 3-5s)</a:t>
            </a:r>
          </a:p>
          <a:p>
            <a:r>
              <a:t>• 125% Test Coverage Improvement (40% → 90%)</a:t>
            </a:r>
          </a:p>
          <a:p>
            <a:r>
              <a:t>• 5x Faster Debugging</a:t>
            </a:r>
          </a:p>
          <a:p>
            <a:r>
              <a:t>• 67% Audit Coverage Improvement (60% → 100%)</a:t>
            </a:r>
          </a:p>
          <a:p/>
          <a:p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t>│                    FIVE FLEET DESIGN RULES                                │</a:t>
            </a:r>
          </a:p>
          <a:p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t>│  1. Specialize: One agent per domain (never mix responsibilities)       │</a:t>
            </a:r>
          </a:p>
          <a:p>
            <a:r>
              <a:t>│  2. Spec-Driven: Define agents in YAML (configuration over code)        │</a:t>
            </a:r>
          </a:p>
          <a:p>
            <a:r>
              <a:t>│  3. Signed Messages: HMAC-SHA256 for all inter-agent communication      │</a:t>
            </a:r>
          </a:p>
          <a:p>
            <a:r>
              <a:t>│  4. Bounded Execution: Budget limits (tool calls, time, cost)           │</a:t>
            </a:r>
          </a:p>
          <a:p>
            <a:r>
              <a:t>│  5. Deterministic by Default: Use LLMs only when necessary              │</a:t>
            </a:r>
          </a:p>
          <a:p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FIVE EVALUATION DISCIPLINE RULES: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1. Tiered Evaluation: 3-tier approach (deterministic, fairness, LLM judge)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2. Automated Gates: Integrate into CI/CD, block merges on failures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3. Transparent Metrics: All metrics explainable and auditable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4. Fairness Checks: Always include slice disparity analysis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5. Extensible Framework: Use custom metrics for domain-specific validation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Spec-Driven 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7A7"/>
                </a:solidFill>
              </a:defRPr>
            </a:pPr>
            <a:r>
              <a:t>83% Cost Reduction • 70% Latency Reduction • 100% Audit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57A8"/>
                </a:solidFill>
              </a:defRPr>
            </a:pPr>
            <a:r>
              <a:t>github.com/your-org/loan-triage-agent | specs/evals/triage.eval.yaml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